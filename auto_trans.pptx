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06EF4-5F8A-1AC8-714F-5F62903B2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8E18B9-CD62-6974-AC47-4D3CA9227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88CCAD-8F33-5964-883D-2EB12CD8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AAC37-8EDD-41D1-0ABA-1935D2E7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7E6DB-AD8D-3091-D814-B45C93CA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4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B8434-3411-8194-F012-3AADFD70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C6044D-CAFE-8B59-824C-BF9676567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E967B-876B-03E7-1618-77B05077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2B7D7-22A7-ED4F-0715-96A9F8B2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999EEA-CD7F-94C6-31AE-74B87279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73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D943F-A318-B01F-FBE5-F45438AE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7D0C84-3C9C-8738-0827-F0065A055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AA8009-BF89-C8CD-83B5-130F76A0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717670-6F85-0AA1-E01F-3A140F9E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1F1F8-30EE-20B7-60D5-E7CE6D51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90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C0EAE-63BE-D762-26C1-FA58E6630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1AFEC-F356-6835-1DF8-A30348E40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FC1231-B477-BCBA-F142-DAD45266B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353136-DA76-FE6E-0CE3-9EB88B50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E9F7FE-0340-0A8F-05C5-813E8FA1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656C8D-BEB6-7893-C1AC-74BCB384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4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2F242-06E8-B951-1987-CB43522C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0B3724-95A9-0B77-8472-89596EE9C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3DF73A-9377-E5E5-4DFD-02178E754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61B008-23E4-3592-6CE0-6983BF530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F37B62-4AFB-E10B-8C14-3520419D0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EABDFE-E7A5-4D17-BB83-F0C0F551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70BB28-FAC8-83A5-79CA-0931A95D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165C83-54AA-256F-4196-88C43239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50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730B2-3F38-DEAA-99CA-4BB7E26B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4F70AE-E279-D876-CAAC-827B97CE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1C321-A6D3-579A-14E0-858137B5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F7397B-67E6-875E-81D2-E607354A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85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D0EDCF-1D91-D732-24B0-92621E90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DCCA6B-EC14-C703-EECB-F20D4DBA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1FFB42-D931-DB4B-D3D6-F5231C02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39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0233E-6A8E-4729-7253-A99F267F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679F99-7F97-9205-BDAA-A03DE4236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0E21BE-A041-9874-646C-592DF39E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02BB6E-6632-F54C-C838-67D65E80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0ACB2D-6A7B-A34F-D707-A4B9E961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089512-E379-5A8F-EA41-92F698A63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0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D6CAF-A60C-7B0D-C559-A532847A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3B63CE-BB5A-A091-F54B-CEA00E4A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DFF604-E3B4-65EC-D55A-44E7CFBCC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B83158-566A-424B-3836-E2838DFA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AA53ED-3FBA-C096-DC75-136A9D68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D79402-FEEA-0669-B73E-6B5B08CA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826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C2BFE-5DAD-4984-28CC-823753A9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9D55A3-35ED-A20C-6A82-B0DF8CE7E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237A9B-EA43-A851-57C3-2ED85F8D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C70BC-36C9-7AD3-9C5F-73392F07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8B85A4-36AF-6975-308F-7031297C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6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60C604-CFD9-05CF-B8D6-EED6F65EE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7008D8-ED4C-F3F4-2FC0-72693A7EE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A4F93-3E3F-D747-E96A-FAE53257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A2FBA4-5DE8-9BFE-FDDE-0873D0F9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D651C-BD51-3E15-A5BA-5F58D63F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52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0B4FAA-FE30-B2C0-E9A0-5D320C23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6AE0CF-DF74-093F-5B0F-FC7D4C1F3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B7063-4C99-4461-395F-770150702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9E6B3-CE36-4B21-ABD6-F2C3223377B2}" type="datetimeFigureOut">
              <a:rPr lang="zh-CN" altLang="en-US" smtClean="0"/>
              <a:t>2025/2/16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5B922A-30E0-CFBE-FB11-1C9F9EC8A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2A6F8-2DA3-93F8-367C-9C4FF4CBC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77BAA-CA0A-47CD-B799-4C5D005080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51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ourceforge.net/projects/waydroid/files/image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aidu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AA410DE-0BFE-B75B-6C21-BB1B12711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429" y="1385342"/>
            <a:ext cx="8464731" cy="3899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在树莓派上安装轻量级安卓模拟器（Waydroid 或 Anbox）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在模拟器中安装京东金融App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使用UI自动化工具（如Appium或uiautomator2）操控模拟器中的App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STEP 1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：抓取当前黄金价格，看看能不能把之前的替换掉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STEP 2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：真实买入卖出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结合SQLite或JSON文件存储购买记录，完成自动化交易程序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设置定时任务，让程序定期运行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</a:p>
        </p:txBody>
      </p:sp>
      <p:pic>
        <p:nvPicPr>
          <p:cNvPr id="3" name="图形 2" descr="复选标记">
            <a:extLst>
              <a:ext uri="{FF2B5EF4-FFF2-40B4-BE49-F238E27FC236}">
                <a16:creationId xmlns:a16="http://schemas.microsoft.com/office/drawing/2014/main" id="{79CE2804-B93E-787B-9820-E9E7DB328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508" y="1573577"/>
            <a:ext cx="241664" cy="241664"/>
          </a:xfrm>
          <a:prstGeom prst="rect">
            <a:avLst/>
          </a:prstGeom>
        </p:spPr>
      </p:pic>
      <p:pic>
        <p:nvPicPr>
          <p:cNvPr id="5" name="图形 4" descr="复选标记">
            <a:extLst>
              <a:ext uri="{FF2B5EF4-FFF2-40B4-BE49-F238E27FC236}">
                <a16:creationId xmlns:a16="http://schemas.microsoft.com/office/drawing/2014/main" id="{0816726D-BC53-5BC4-F514-5583BDDA9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508" y="2143988"/>
            <a:ext cx="241664" cy="241664"/>
          </a:xfrm>
          <a:prstGeom prst="rect">
            <a:avLst/>
          </a:prstGeom>
        </p:spPr>
      </p:pic>
      <p:pic>
        <p:nvPicPr>
          <p:cNvPr id="2" name="图形 1" descr="复选标记">
            <a:extLst>
              <a:ext uri="{FF2B5EF4-FFF2-40B4-BE49-F238E27FC236}">
                <a16:creationId xmlns:a16="http://schemas.microsoft.com/office/drawing/2014/main" id="{98124CB8-0CF8-7A87-6577-436CFDC22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508" y="3214050"/>
            <a:ext cx="241664" cy="241664"/>
          </a:xfrm>
          <a:prstGeom prst="rect">
            <a:avLst/>
          </a:prstGeom>
        </p:spPr>
      </p:pic>
      <p:pic>
        <p:nvPicPr>
          <p:cNvPr id="6" name="图形 5" descr="复选标记">
            <a:extLst>
              <a:ext uri="{FF2B5EF4-FFF2-40B4-BE49-F238E27FC236}">
                <a16:creationId xmlns:a16="http://schemas.microsoft.com/office/drawing/2014/main" id="{8E619261-DE39-A91F-7808-A82866863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508" y="4351517"/>
            <a:ext cx="241664" cy="2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5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70DE960-49D7-A31A-CE55-379C2E410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042" y="1166842"/>
            <a:ext cx="972222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安装GNOME桌面环境：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默认的Raspberry Pi OS使用的是LXDE-pi-wayfire桌面环境，但由于Waydroid需要Wayland协议支持，LXDE的桌面环境不稳定，无法正常运行Waydroid。因此，作者选择安装GNOME桌面环境。 使用命令 sudo apt install task-gnome-desktop 来安装GNOME桌面环境。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选择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gdm3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是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GNOME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桌面环境的默认显示管理器。它与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GNOME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密切集成，提供了一些特定的功能，例如支持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Wayland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协议（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GNOME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桌面默认使用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Wayland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），并且在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GNOME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桌面上通常表现得更加稳定。</a:t>
            </a:r>
            <a:endParaRPr lang="zh-CN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使用 echo $XDG_SESSION_TYPE 来确认当前会话是否使用Wayland协议。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确认4K页面大小和PSI是否启用：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重启系统后，确认4K页面大小是否启用，可以通过命令 getconf PAGESIZE 来检查当前页面大小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，应该输出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4096</a:t>
            </a: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编辑 /boot/firmware/cmdline.txt 文件，启用PSI（Pressure Stall Information，压力槽信息，用来管理系统的压力情况）。 sudo sed --follow-symlinks -i 's/quiet/psi=1 quiet/g' /boot/firmware/cmdline.txt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使用 ls /proc/pressure 来检查PSI的状态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，应该输出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cpu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 io  memory</a:t>
            </a: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1226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A6478F7-51EA-0922-039A-1B7F9A85C63A}"/>
              </a:ext>
            </a:extLst>
          </p:cNvPr>
          <p:cNvSpPr txBox="1"/>
          <p:nvPr/>
        </p:nvSpPr>
        <p:spPr>
          <a:xfrm>
            <a:off x="331133" y="307591"/>
            <a:ext cx="60948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安装 </a:t>
            </a:r>
            <a:r>
              <a:rPr lang="en-US" altLang="zh-CN" b="1" dirty="0" err="1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zh-CN" altLang="en-US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执行安装命令：</a:t>
            </a:r>
            <a:endParaRPr lang="en-US" altLang="zh-CN" b="1" dirty="0">
              <a:solidFill>
                <a:schemeClr val="accent4"/>
              </a:solidFill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apt install curl ca-certificates –y</a:t>
            </a: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curl https://repo.waydro.id |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bash</a:t>
            </a: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apt install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这些命令用于添加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的官方仓库，并通过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apt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安装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。安装完成后，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会更新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Linux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的内核模块，因此需要重启系统使更改生效。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zh-CN" altLang="en-US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初始化：</a:t>
            </a:r>
            <a:endParaRPr lang="en-US" altLang="zh-CN" b="1" dirty="0">
              <a:solidFill>
                <a:schemeClr val="accent4"/>
              </a:solidFill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init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-s GAPPS -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fwaydroid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init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命令用于初始化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的系统镜像。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-s GAPPS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：指定下载包含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Google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服务（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GAPPS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）的版本，这样可以使用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Google Play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商店和其他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Google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应用。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-f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：强制覆盖之前的初始化（如果有的话）。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配置 </a:t>
            </a:r>
            <a:r>
              <a:rPr lang="en-US" altLang="zh-CN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UFW </a:t>
            </a:r>
            <a:r>
              <a:rPr lang="zh-CN" altLang="en-US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防火墙，手动开放一些端口，确保 </a:t>
            </a:r>
            <a:r>
              <a:rPr lang="en-US" altLang="zh-CN" b="1" dirty="0" err="1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b="1" dirty="0">
                <a:solidFill>
                  <a:schemeClr val="accent4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的网络功能正常运行：</a:t>
            </a:r>
            <a:endParaRPr lang="en-US" altLang="zh-CN" b="1" dirty="0">
              <a:solidFill>
                <a:schemeClr val="accent4"/>
              </a:solidFill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ufw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allow 53</a:t>
            </a: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ufw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allow 67</a:t>
            </a: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ufw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default allow FORWARD</a:t>
            </a: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ufw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reload</a:t>
            </a:r>
            <a:endParaRPr lang="zh-CN" altLang="en-US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312B3D-41A4-F877-09EB-65B8B09B8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642" y="2515144"/>
            <a:ext cx="5150225" cy="18277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10315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大陆环境下载不下来，需要用电脑去</a:t>
            </a:r>
            <a:r>
              <a:rPr lang="zh-CN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  <a:hlinkClick r:id="rId2"/>
              </a:rPr>
              <a:t>https://sourceforge.net/projects/waydroid/files/images/</a:t>
            </a: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手动下载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image</a:t>
            </a: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和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ventor</a:t>
            </a: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，解压下载好的文件，得到 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vendor.img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和 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system.img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，将镜像复制到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指定文件夹内</a:t>
            </a:r>
            <a:endParaRPr lang="en-US" altLang="zh-CN" sz="1400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mkdir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-p /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usr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/share/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-extra/images/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mv 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system.img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/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usr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/share/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-extra/images/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mv 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vendor.img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/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usr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/share/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-extra/images/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初始化系统，等待几分钟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sz="1400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init</a:t>
            </a:r>
            <a:r>
              <a:rPr lang="en-US" altLang="zh-CN" sz="1400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-f</a:t>
            </a:r>
          </a:p>
        </p:txBody>
      </p:sp>
    </p:spTree>
    <p:extLst>
      <p:ext uri="{BB962C8B-B14F-4D97-AF65-F5344CB8AC3E}">
        <p14:creationId xmlns:p14="http://schemas.microsoft.com/office/powerpoint/2010/main" val="412693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ED79684-4378-AF5E-8EE0-7A343838613C}"/>
              </a:ext>
            </a:extLst>
          </p:cNvPr>
          <p:cNvSpPr txBox="1"/>
          <p:nvPr/>
        </p:nvSpPr>
        <p:spPr>
          <a:xfrm>
            <a:off x="801781" y="3259247"/>
            <a:ext cx="60948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检查树莓派的架构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uname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–m</a:t>
            </a: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输出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aarch64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，表示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64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位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ARM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架构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检查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APK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文件的架构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APK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文件本质上是一个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ZIP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文件，可以解压后检查支持的架构。查看解压后的文件夹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lib/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，如果有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arm64-v8a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，则支持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64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位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ARM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架构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安装京东金融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app install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your_app.apk</a:t>
            </a:r>
            <a:endParaRPr lang="zh-CN" altLang="en-US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3C03B4-8830-221F-6A22-26E6969D33CE}"/>
              </a:ext>
            </a:extLst>
          </p:cNvPr>
          <p:cNvSpPr txBox="1"/>
          <p:nvPr/>
        </p:nvSpPr>
        <p:spPr>
          <a:xfrm>
            <a:off x="743790" y="389146"/>
            <a:ext cx="94826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STEP 1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启动容器服务：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	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systemctl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start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-container</a:t>
            </a: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	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这一步启动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的核心服务（后台运行）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STEP 2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启动用户会话：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	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session start</a:t>
            </a: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	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这一步启动与你用户相关的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Android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会话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STEP 3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显示完整的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Android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界面：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	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show-full-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	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这一步显示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Android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的桌面环境，你可以通过这个界面操作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Android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系统</a:t>
            </a:r>
          </a:p>
        </p:txBody>
      </p:sp>
    </p:spTree>
    <p:extLst>
      <p:ext uri="{BB962C8B-B14F-4D97-AF65-F5344CB8AC3E}">
        <p14:creationId xmlns:p14="http://schemas.microsoft.com/office/powerpoint/2010/main" val="132788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91CE9EF-ACBE-51DD-CA84-12250E631A10}"/>
              </a:ext>
            </a:extLst>
          </p:cNvPr>
          <p:cNvSpPr txBox="1"/>
          <p:nvPr/>
        </p:nvSpPr>
        <p:spPr>
          <a:xfrm>
            <a:off x="7431132" y="2238494"/>
            <a:ext cx="4449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激活虚拟环境source myenv/bin/activate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执行代码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python auto.py</a:t>
            </a:r>
            <a:endParaRPr lang="zh-CN" altLang="en-US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BC54E0-8516-8AD2-D66C-3E0C995E273A}"/>
              </a:ext>
            </a:extLst>
          </p:cNvPr>
          <p:cNvSpPr txBox="1"/>
          <p:nvPr/>
        </p:nvSpPr>
        <p:spPr>
          <a:xfrm>
            <a:off x="840921" y="768922"/>
            <a:ext cx="60970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uiautomator2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对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UiAutomator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的高层封装，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UiAutomator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只支持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java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</a:t>
            </a: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uiautomator2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支持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python</a:t>
            </a: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理论上：可以用</a:t>
            </a: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uiautomator2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+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gRPC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，替换掉原先的爬虫模块，相当于每次定时任务，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java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都去用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gRPC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调用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python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</a:t>
            </a:r>
            <a:r>
              <a:rPr lang="zh-CN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uiautomator2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，返回黄金价格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但其实：就是脱裤子放屁，可以直接用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UiAutomator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来获取黄金价格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05F0CB-E32B-D936-9DD1-D5E7DD978033}"/>
              </a:ext>
            </a:extLst>
          </p:cNvPr>
          <p:cNvSpPr txBox="1"/>
          <p:nvPr/>
        </p:nvSpPr>
        <p:spPr>
          <a:xfrm>
            <a:off x="782138" y="4328550"/>
            <a:ext cx="6097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开发环境：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ADB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用于远程连接树莓派上的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，捕获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 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和测试脚本，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java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里还是一样的连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D712DC-791F-C25C-EC69-62961ACFA77D}"/>
              </a:ext>
            </a:extLst>
          </p:cNvPr>
          <p:cNvSpPr txBox="1"/>
          <p:nvPr/>
        </p:nvSpPr>
        <p:spPr>
          <a:xfrm>
            <a:off x="840921" y="5442747"/>
            <a:ext cx="6097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还有什么会用到</a:t>
            </a:r>
            <a:r>
              <a:rPr lang="en-US" altLang="zh-CN" b="1" dirty="0" err="1"/>
              <a:t>gRPC</a:t>
            </a:r>
            <a:r>
              <a:rPr lang="en-US" altLang="zh-CN" b="1" dirty="0"/>
              <a:t> + python</a:t>
            </a:r>
            <a:r>
              <a:rPr lang="zh-CN" altLang="en-US" b="1" dirty="0"/>
              <a:t>：可能后面融一个</a:t>
            </a:r>
            <a:r>
              <a:rPr lang="en-US" altLang="zh-CN" b="1" dirty="0"/>
              <a:t>LSTM</a:t>
            </a:r>
            <a:r>
              <a:rPr lang="zh-CN" altLang="en-US" b="1" dirty="0"/>
              <a:t>做推理，可以决定要不要买卖？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3742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0743F26-F255-1209-C940-B3CDDD1B0221}"/>
              </a:ext>
            </a:extLst>
          </p:cNvPr>
          <p:cNvSpPr txBox="1"/>
          <p:nvPr/>
        </p:nvSpPr>
        <p:spPr>
          <a:xfrm>
            <a:off x="1043395" y="958334"/>
            <a:ext cx="60970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Windows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连接同一局域网下的树莓派上的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waydorid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ssh -L 5555:192.168.240.112:5555 192.168.31.123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其中192.168.240.112 是树莓派上运行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session start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后出现的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ip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，192.168.31.123是树莓派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ip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新开一个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cmd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adb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connect localhost:5555</a:t>
            </a:r>
            <a:endParaRPr lang="zh-CN" altLang="en-US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5E26BB-95A8-DCA9-912C-8E9BF0B4594B}"/>
              </a:ext>
            </a:extLst>
          </p:cNvPr>
          <p:cNvSpPr txBox="1"/>
          <p:nvPr/>
        </p:nvSpPr>
        <p:spPr>
          <a:xfrm>
            <a:off x="1095647" y="3749431"/>
            <a:ext cx="60970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APP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显示不全调整分辨率：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session start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后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prop set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persist.waydroid.width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1366</a:t>
            </a: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prop set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persist.waydroid.height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768</a:t>
            </a: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session stop</a:t>
            </a: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再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session start</a:t>
            </a:r>
            <a:endParaRPr lang="zh-CN" altLang="en-US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shell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wm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size </a:t>
            </a: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输出分辨率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Physical size: 1366x768</a:t>
            </a:r>
            <a:endParaRPr lang="zh-CN" altLang="en-US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537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E2CF0A-8164-C063-CDF8-6A500D811449}"/>
              </a:ext>
            </a:extLst>
          </p:cNvPr>
          <p:cNvSpPr txBox="1"/>
          <p:nvPr/>
        </p:nvSpPr>
        <p:spPr>
          <a:xfrm>
            <a:off x="1095647" y="3749431"/>
            <a:ext cx="68204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在终端里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ping –c 4 8.8.8.8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能通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在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shell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里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curl –I 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  <a:hlinkClick r:id="rId2"/>
              </a:rPr>
              <a:t>https://Baidu.com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也能通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但是在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ui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里连不上网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本次是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init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–f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后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sudo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systemctl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start 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-container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和</a:t>
            </a:r>
            <a:r>
              <a:rPr lang="en-US" altLang="zh-CN" b="1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waydroid</a:t>
            </a:r>
            <a:r>
              <a:rPr lang="en-US" altLang="zh-CN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session start</a:t>
            </a:r>
            <a:r>
              <a:rPr lang="zh-CN" altLang="en-US" b="1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就好了</a:t>
            </a:r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endParaRPr lang="en-US" altLang="zh-CN" b="1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破案了，原来是家里</a:t>
            </a:r>
            <a:r>
              <a:rPr lang="en-US" altLang="zh-CN" b="1" dirty="0">
                <a:solidFill>
                  <a:srgbClr val="FF0000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E0DO</a:t>
            </a:r>
            <a:r>
              <a:rPr lang="zh-CN" altLang="en-US" b="1" dirty="0">
                <a:solidFill>
                  <a:srgbClr val="FF0000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</a:t>
            </a:r>
            <a:r>
              <a:rPr lang="en-US" altLang="zh-CN" b="1" dirty="0" err="1">
                <a:solidFill>
                  <a:srgbClr val="FF0000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WiFi</a:t>
            </a:r>
            <a:r>
              <a:rPr lang="zh-CN" altLang="en-US" b="1" dirty="0">
                <a:solidFill>
                  <a:srgbClr val="FF0000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有问题</a:t>
            </a:r>
          </a:p>
        </p:txBody>
      </p:sp>
    </p:spTree>
    <p:extLst>
      <p:ext uri="{BB962C8B-B14F-4D97-AF65-F5344CB8AC3E}">
        <p14:creationId xmlns:p14="http://schemas.microsoft.com/office/powerpoint/2010/main" val="340126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1047</Words>
  <Application>Microsoft Office PowerPoint</Application>
  <PresentationFormat>宽屏</PresentationFormat>
  <Paragraphs>89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阿里巴巴普惠体 2.0 55 Regular</vt:lpstr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芊 梁</dc:creator>
  <cp:lastModifiedBy>芊 梁</cp:lastModifiedBy>
  <cp:revision>12</cp:revision>
  <dcterms:created xsi:type="dcterms:W3CDTF">2025-01-09T08:22:57Z</dcterms:created>
  <dcterms:modified xsi:type="dcterms:W3CDTF">2025-02-16T13:20:41Z</dcterms:modified>
</cp:coreProperties>
</file>